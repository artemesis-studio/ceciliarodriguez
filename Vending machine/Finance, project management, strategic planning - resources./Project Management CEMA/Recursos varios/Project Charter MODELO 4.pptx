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453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180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475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505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1317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805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564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855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096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856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39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2522A-BC29-40B3-B91D-97D0561928AD}" type="datetimeFigureOut">
              <a:rPr lang="es-AR" smtClean="0"/>
              <a:t>7/10/2016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0764F-CE53-4354-8225-30FCE776D64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857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8071440" y="933104"/>
            <a:ext cx="1317625" cy="5386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100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</a:endParaRPr>
          </a:p>
        </p:txBody>
      </p:sp>
      <p:sp>
        <p:nvSpPr>
          <p:cNvPr id="34" name="AutoShape 319"/>
          <p:cNvSpPr>
            <a:spLocks noChangeArrowheads="1"/>
          </p:cNvSpPr>
          <p:nvPr/>
        </p:nvSpPr>
        <p:spPr bwMode="auto">
          <a:xfrm>
            <a:off x="200506" y="1012162"/>
            <a:ext cx="1097807" cy="405941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NOMBRE PROYECTO</a:t>
            </a:r>
          </a:p>
        </p:txBody>
      </p:sp>
      <p:sp>
        <p:nvSpPr>
          <p:cNvPr id="35" name="AutoShape 319"/>
          <p:cNvSpPr>
            <a:spLocks noChangeArrowheads="1"/>
          </p:cNvSpPr>
          <p:nvPr/>
        </p:nvSpPr>
        <p:spPr bwMode="auto">
          <a:xfrm>
            <a:off x="7630900" y="1501574"/>
            <a:ext cx="1293236" cy="430630"/>
          </a:xfrm>
          <a:prstGeom prst="roundRect">
            <a:avLst>
              <a:gd name="adj" fmla="val 16667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FECHA FIN PLAN</a:t>
            </a:r>
          </a:p>
        </p:txBody>
      </p:sp>
      <p:sp>
        <p:nvSpPr>
          <p:cNvPr id="36" name="AutoShape 319"/>
          <p:cNvSpPr>
            <a:spLocks noChangeArrowheads="1"/>
          </p:cNvSpPr>
          <p:nvPr/>
        </p:nvSpPr>
        <p:spPr bwMode="auto">
          <a:xfrm>
            <a:off x="5386776" y="985013"/>
            <a:ext cx="1268777" cy="414118"/>
          </a:xfrm>
          <a:prstGeom prst="roundRect">
            <a:avLst>
              <a:gd name="adj" fmla="val 16667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DIRECTOR RESPONSABLE</a:t>
            </a:r>
          </a:p>
        </p:txBody>
      </p:sp>
      <p:sp>
        <p:nvSpPr>
          <p:cNvPr id="37" name="AutoShape 319"/>
          <p:cNvSpPr>
            <a:spLocks noChangeArrowheads="1"/>
          </p:cNvSpPr>
          <p:nvPr/>
        </p:nvSpPr>
        <p:spPr bwMode="auto">
          <a:xfrm>
            <a:off x="1355469" y="1009539"/>
            <a:ext cx="3957336" cy="405941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Indicar nombre del proyecto</a:t>
            </a:r>
          </a:p>
        </p:txBody>
      </p:sp>
      <p:sp>
        <p:nvSpPr>
          <p:cNvPr id="38" name="AutoShape 319"/>
          <p:cNvSpPr>
            <a:spLocks noChangeArrowheads="1"/>
          </p:cNvSpPr>
          <p:nvPr/>
        </p:nvSpPr>
        <p:spPr bwMode="auto">
          <a:xfrm>
            <a:off x="6724470" y="994264"/>
            <a:ext cx="3148056" cy="405941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Director responsable de la iniciativa</a:t>
            </a:r>
          </a:p>
        </p:txBody>
      </p:sp>
      <p:sp>
        <p:nvSpPr>
          <p:cNvPr id="39" name="AutoShape 319"/>
          <p:cNvSpPr>
            <a:spLocks noChangeArrowheads="1"/>
          </p:cNvSpPr>
          <p:nvPr/>
        </p:nvSpPr>
        <p:spPr bwMode="auto">
          <a:xfrm>
            <a:off x="10013543" y="986072"/>
            <a:ext cx="1177541" cy="360040"/>
          </a:xfrm>
          <a:prstGeom prst="roundRect">
            <a:avLst>
              <a:gd name="adj" fmla="val 16667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FECHA Y REV.</a:t>
            </a:r>
          </a:p>
        </p:txBody>
      </p:sp>
      <p:sp>
        <p:nvSpPr>
          <p:cNvPr id="40" name="AutoShape 319"/>
          <p:cNvSpPr>
            <a:spLocks noChangeArrowheads="1"/>
          </p:cNvSpPr>
          <p:nvPr/>
        </p:nvSpPr>
        <p:spPr bwMode="auto">
          <a:xfrm>
            <a:off x="11265055" y="992404"/>
            <a:ext cx="874420" cy="34737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utoShape 319"/>
          <p:cNvSpPr>
            <a:spLocks noChangeArrowheads="1"/>
          </p:cNvSpPr>
          <p:nvPr/>
        </p:nvSpPr>
        <p:spPr bwMode="auto">
          <a:xfrm>
            <a:off x="8998106" y="1511785"/>
            <a:ext cx="874420" cy="430630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utoShape 319"/>
          <p:cNvSpPr>
            <a:spLocks noChangeArrowheads="1"/>
          </p:cNvSpPr>
          <p:nvPr/>
        </p:nvSpPr>
        <p:spPr bwMode="auto">
          <a:xfrm>
            <a:off x="10013543" y="1487429"/>
            <a:ext cx="1177541" cy="456266"/>
          </a:xfrm>
          <a:prstGeom prst="roundRect">
            <a:avLst>
              <a:gd name="adj" fmla="val 16667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FECHA NECESIDAD</a:t>
            </a:r>
          </a:p>
        </p:txBody>
      </p:sp>
      <p:sp>
        <p:nvSpPr>
          <p:cNvPr id="43" name="AutoShape 319"/>
          <p:cNvSpPr>
            <a:spLocks noChangeArrowheads="1"/>
          </p:cNvSpPr>
          <p:nvPr/>
        </p:nvSpPr>
        <p:spPr bwMode="auto">
          <a:xfrm>
            <a:off x="11265055" y="1494502"/>
            <a:ext cx="874420" cy="459404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AutoShape 319"/>
          <p:cNvSpPr>
            <a:spLocks noChangeArrowheads="1"/>
          </p:cNvSpPr>
          <p:nvPr/>
        </p:nvSpPr>
        <p:spPr bwMode="auto">
          <a:xfrm>
            <a:off x="5439634" y="1494502"/>
            <a:ext cx="1177541" cy="452769"/>
          </a:xfrm>
          <a:prstGeom prst="roundRect">
            <a:avLst>
              <a:gd name="adj" fmla="val 16667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FECHA INICIO</a:t>
            </a:r>
          </a:p>
        </p:txBody>
      </p:sp>
      <p:sp>
        <p:nvSpPr>
          <p:cNvPr id="45" name="AutoShape 319"/>
          <p:cNvSpPr>
            <a:spLocks noChangeArrowheads="1"/>
          </p:cNvSpPr>
          <p:nvPr/>
        </p:nvSpPr>
        <p:spPr bwMode="auto">
          <a:xfrm>
            <a:off x="6682509" y="1494502"/>
            <a:ext cx="874420" cy="446437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AutoShape 319"/>
          <p:cNvSpPr>
            <a:spLocks noChangeArrowheads="1"/>
          </p:cNvSpPr>
          <p:nvPr/>
        </p:nvSpPr>
        <p:spPr bwMode="auto">
          <a:xfrm>
            <a:off x="200506" y="1646399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PROPOSITO DEL PROYECTO</a:t>
            </a:r>
          </a:p>
        </p:txBody>
      </p:sp>
      <p:sp>
        <p:nvSpPr>
          <p:cNvPr id="47" name="AutoShape 319"/>
          <p:cNvSpPr>
            <a:spLocks noChangeArrowheads="1"/>
          </p:cNvSpPr>
          <p:nvPr/>
        </p:nvSpPr>
        <p:spPr bwMode="auto">
          <a:xfrm>
            <a:off x="5386775" y="2194691"/>
            <a:ext cx="3835757" cy="231770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DECLARACION DEL PROBLEMA U PORTUNIDAD</a:t>
            </a:r>
          </a:p>
        </p:txBody>
      </p:sp>
      <p:sp>
        <p:nvSpPr>
          <p:cNvPr id="48" name="AutoShape 319"/>
          <p:cNvSpPr>
            <a:spLocks noChangeArrowheads="1"/>
          </p:cNvSpPr>
          <p:nvPr/>
        </p:nvSpPr>
        <p:spPr bwMode="auto">
          <a:xfrm>
            <a:off x="5403912" y="2436168"/>
            <a:ext cx="6755043" cy="662137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Cuál es el problema u oportunidad que está ocurriendo.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Cuál es el “defecto” que se quiere eliminar/reducir o cual es la mejora esperada.</a:t>
            </a:r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AutoShape 319"/>
          <p:cNvSpPr>
            <a:spLocks noChangeArrowheads="1"/>
          </p:cNvSpPr>
          <p:nvPr/>
        </p:nvSpPr>
        <p:spPr bwMode="auto">
          <a:xfrm>
            <a:off x="217643" y="1927380"/>
            <a:ext cx="5112298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Realizar una descripción acerca de que se trata el proyecto y explicar por qué el proyecto debe ser realizado, justificando  brevemente la afirmación.</a:t>
            </a:r>
          </a:p>
        </p:txBody>
      </p:sp>
      <p:sp>
        <p:nvSpPr>
          <p:cNvPr id="50" name="AutoShape 319"/>
          <p:cNvSpPr>
            <a:spLocks noChangeArrowheads="1"/>
          </p:cNvSpPr>
          <p:nvPr/>
        </p:nvSpPr>
        <p:spPr bwMode="auto">
          <a:xfrm>
            <a:off x="200506" y="3295257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OBJETIVOS</a:t>
            </a:r>
          </a:p>
        </p:txBody>
      </p:sp>
      <p:sp>
        <p:nvSpPr>
          <p:cNvPr id="51" name="AutoShape 319"/>
          <p:cNvSpPr>
            <a:spLocks noChangeArrowheads="1"/>
          </p:cNvSpPr>
          <p:nvPr/>
        </p:nvSpPr>
        <p:spPr bwMode="auto">
          <a:xfrm>
            <a:off x="217643" y="3575364"/>
            <a:ext cx="5112298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Describir cuáles son los objetivos del proyecto tanto </a:t>
            </a:r>
            <a:r>
              <a:rPr kumimoji="0" lang="es-AR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cuali</a:t>
            </a: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como cuantitativos: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Cuales son las métricas de cambio principales.</a:t>
            </a:r>
          </a:p>
        </p:txBody>
      </p:sp>
      <p:sp>
        <p:nvSpPr>
          <p:cNvPr id="52" name="AutoShape 319"/>
          <p:cNvSpPr>
            <a:spLocks noChangeArrowheads="1"/>
          </p:cNvSpPr>
          <p:nvPr/>
        </p:nvSpPr>
        <p:spPr bwMode="auto">
          <a:xfrm>
            <a:off x="5439634" y="4866617"/>
            <a:ext cx="3033034" cy="287422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RIESGOS SUPUESTOS Y RESTRICCIONES</a:t>
            </a:r>
          </a:p>
        </p:txBody>
      </p:sp>
      <p:sp>
        <p:nvSpPr>
          <p:cNvPr id="53" name="AutoShape 319"/>
          <p:cNvSpPr>
            <a:spLocks noChangeArrowheads="1"/>
          </p:cNvSpPr>
          <p:nvPr/>
        </p:nvSpPr>
        <p:spPr bwMode="auto">
          <a:xfrm>
            <a:off x="5456771" y="5147567"/>
            <a:ext cx="3287677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Riesgos más significativos de los factores externos e internos al proyecto (Económicos y no económicos).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Cuáles son las barreras/restricciones y supuestos que tendrá el proyecto.</a:t>
            </a:r>
          </a:p>
        </p:txBody>
      </p:sp>
      <p:sp>
        <p:nvSpPr>
          <p:cNvPr id="54" name="AutoShape 319"/>
          <p:cNvSpPr>
            <a:spLocks noChangeArrowheads="1"/>
          </p:cNvSpPr>
          <p:nvPr/>
        </p:nvSpPr>
        <p:spPr bwMode="auto">
          <a:xfrm>
            <a:off x="215026" y="4866617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ALCANCE</a:t>
            </a:r>
          </a:p>
        </p:txBody>
      </p:sp>
      <p:sp>
        <p:nvSpPr>
          <p:cNvPr id="55" name="AutoShape 319"/>
          <p:cNvSpPr>
            <a:spLocks noChangeArrowheads="1"/>
          </p:cNvSpPr>
          <p:nvPr/>
        </p:nvSpPr>
        <p:spPr bwMode="auto">
          <a:xfrm>
            <a:off x="217643" y="5147598"/>
            <a:ext cx="5112298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Describir el alcance del proyecto: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Qué será incluido y excluido  en el alcance.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Cuál es el comienzo y el final del proceso bajo alcance (donde aplique)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Servicios y actividades alcanzadas por el proyecto</a:t>
            </a:r>
          </a:p>
        </p:txBody>
      </p:sp>
      <p:sp>
        <p:nvSpPr>
          <p:cNvPr id="56" name="AutoShape 319"/>
          <p:cNvSpPr>
            <a:spLocks noChangeArrowheads="1"/>
          </p:cNvSpPr>
          <p:nvPr/>
        </p:nvSpPr>
        <p:spPr bwMode="auto">
          <a:xfrm>
            <a:off x="5439634" y="3289659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IMPACTO </a:t>
            </a:r>
          </a:p>
        </p:txBody>
      </p:sp>
      <p:sp>
        <p:nvSpPr>
          <p:cNvPr id="57" name="AutoShape 319"/>
          <p:cNvSpPr>
            <a:spLocks noChangeArrowheads="1"/>
          </p:cNvSpPr>
          <p:nvPr/>
        </p:nvSpPr>
        <p:spPr bwMode="auto">
          <a:xfrm>
            <a:off x="5456771" y="3569766"/>
            <a:ext cx="3287677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Describir el  impacto esperado en los indicadores al finalizar el proyecto: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Cuál es el Impacto económico potencial (ahorro / mayores ingresos).</a:t>
            </a:r>
          </a:p>
        </p:txBody>
      </p:sp>
      <p:sp>
        <p:nvSpPr>
          <p:cNvPr id="58" name="AutoShape 319"/>
          <p:cNvSpPr>
            <a:spLocks noChangeArrowheads="1"/>
          </p:cNvSpPr>
          <p:nvPr/>
        </p:nvSpPr>
        <p:spPr bwMode="auto">
          <a:xfrm>
            <a:off x="8871278" y="3295257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Roles </a:t>
            </a:r>
          </a:p>
        </p:txBody>
      </p:sp>
      <p:sp>
        <p:nvSpPr>
          <p:cNvPr id="59" name="AutoShape 319"/>
          <p:cNvSpPr>
            <a:spLocks noChangeArrowheads="1"/>
          </p:cNvSpPr>
          <p:nvPr/>
        </p:nvSpPr>
        <p:spPr bwMode="auto">
          <a:xfrm>
            <a:off x="8871278" y="3568017"/>
            <a:ext cx="3287677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Líder de Proyecto: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Referente Oficina Proyectos: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Miembros de equipo de proyecto:</a:t>
            </a:r>
          </a:p>
        </p:txBody>
      </p:sp>
      <p:sp>
        <p:nvSpPr>
          <p:cNvPr id="60" name="AutoShape 319"/>
          <p:cNvSpPr>
            <a:spLocks noChangeArrowheads="1"/>
          </p:cNvSpPr>
          <p:nvPr/>
        </p:nvSpPr>
        <p:spPr bwMode="auto">
          <a:xfrm>
            <a:off x="8871278" y="4872215"/>
            <a:ext cx="2429710" cy="278358"/>
          </a:xfrm>
          <a:prstGeom prst="roundRect">
            <a:avLst>
              <a:gd name="adj" fmla="val 8900"/>
            </a:avLst>
          </a:prstGeom>
          <a:solidFill>
            <a:srgbClr val="70AD47">
              <a:lumMod val="75000"/>
            </a:srgbClr>
          </a:solidFill>
          <a:ln w="12700" cap="flat" cmpd="sng" algn="ctr">
            <a:solidFill>
              <a:srgbClr val="ED7D31">
                <a:shade val="50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Grupos de </a:t>
            </a:r>
            <a:r>
              <a:rPr kumimoji="0" lang="es-ES" sz="14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Interes</a:t>
            </a: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61" name="AutoShape 319"/>
          <p:cNvSpPr>
            <a:spLocks noChangeArrowheads="1"/>
          </p:cNvSpPr>
          <p:nvPr/>
        </p:nvSpPr>
        <p:spPr bwMode="auto">
          <a:xfrm>
            <a:off x="8871278" y="5144975"/>
            <a:ext cx="3287677" cy="1170925"/>
          </a:xfrm>
          <a:prstGeom prst="roundRect">
            <a:avLst>
              <a:gd name="adj" fmla="val 8900"/>
            </a:avLst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headEnd/>
            <a:tailEnd/>
          </a:ln>
          <a:effectLst/>
        </p:spPr>
        <p:txBody>
          <a:bodyPr lIns="72000" tIns="36000" rIns="72000" bIns="3600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Describir cuáles son los grupos de interés asociados al proyecto.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ítulo 1"/>
          <p:cNvSpPr txBox="1">
            <a:spLocks/>
          </p:cNvSpPr>
          <p:nvPr/>
        </p:nvSpPr>
        <p:spPr>
          <a:xfrm>
            <a:off x="56320" y="47075"/>
            <a:ext cx="102306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small" baseline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4400" b="1" i="0" u="none" strike="noStrike" kern="1200" cap="small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HOJA DE PROYECTO</a:t>
            </a:r>
            <a:endParaRPr kumimoji="0" lang="es-AR" sz="4400" b="1" i="0" u="none" strike="noStrike" kern="1200" cap="small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796889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Panorámica</PresentationFormat>
  <Paragraphs>34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sergio nardini</dc:creator>
  <cp:lastModifiedBy>sergio nardini</cp:lastModifiedBy>
  <cp:revision>1</cp:revision>
  <dcterms:created xsi:type="dcterms:W3CDTF">2016-10-07T11:07:03Z</dcterms:created>
  <dcterms:modified xsi:type="dcterms:W3CDTF">2016-10-07T11:08:08Z</dcterms:modified>
</cp:coreProperties>
</file>